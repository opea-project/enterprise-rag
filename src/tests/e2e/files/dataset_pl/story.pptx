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7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A011-5BE5-CFBF-75F3-BB1E9A3D1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24ADE-6F9C-73A4-3568-46E69F8E3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AE99-C2CD-5D59-F96E-305886462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9A9C0-2277-1CB4-47A5-7A8F9CC4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8321F-02FD-0695-744A-8137DFE1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D3A9-13F1-DC88-4026-B1869ADD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E9D2B-D926-2EA5-42F9-BA17B7B1B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642E-A15D-5846-6919-F5487B55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81923-CA24-BA95-1758-A37E7EF4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5FDC-A0B2-D6BF-496A-81D067EF7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3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9922-CBA3-694E-414F-DF8CC79D7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2E256-4C1D-60F8-294A-A72DE9C4F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F63E-582D-2678-B956-F3538732B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7049-AD7D-78CE-30BB-E7E911A9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4C7B8-F903-96E7-508D-CF517110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4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789B-4FA4-9092-7E6D-ABA65A83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F06C-017F-3047-E36F-748E67B38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7DEBE-4734-0976-AC14-AC6D9A1BC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4CE2B-1EE7-B5D6-A222-CD971215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DA2F3-A1ED-59F5-BFE1-7AAA8FB4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38BE2-026F-3179-F49C-49A6CCB0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F4A0-BF3F-B059-F52C-1DA5DD0B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320D4-C9F2-FFF8-0577-E815A864A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39CF9-B7A0-CC55-D1F5-793B8069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B6282-B03F-B3BE-0001-CA2E8932B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1292F-9DAE-5D86-321D-7C358B209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49FDD-3588-80B3-25FC-A890D871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D8604-62B8-15DE-9D39-591199FBD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A7F44-A6D2-D025-CFDC-9D1FEE11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176BF-E957-61A4-13C6-5CDF637A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53501-F851-E39F-694F-D7153B170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8FCC9-0041-6210-626C-7537FB21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E9623-7C93-793E-AC2E-7ED69E7F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7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83178-37AF-F253-BDD1-5EB9527D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815FD-0C98-1B85-F097-32AF2A3B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7C09-F8B1-A33A-5D74-62D612CB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8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2CA7-AC2F-DF92-7B86-BF30D4C7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98B5-C2A1-9FF0-EF9C-98CD8216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3C702-F1B9-CE65-3935-0114DAE12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8D848-BB4E-CE92-9455-9E5B9791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01B5E-C526-2E24-7986-272C797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F10AF-5088-6E19-E09E-150E96B7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4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1213-C889-9C90-21AF-0239C2FF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D0CE4-3E84-19E8-2E54-56DCB6F1C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E5A16-A899-C24B-3F68-908DB79C9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46B2F-F918-6861-ACAE-44064259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436C-24F9-1840-9F30-D42D07AF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16469-5BA6-746B-3B3D-A97A122B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2557-AFF9-7C0A-29F0-3DD2DB72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B7E47-6E04-D8B5-AB80-F841EA181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0AF32-38A0-4058-882E-AEC9EC20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465CA-976C-CEC2-1340-1AB4F433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C344-1AA0-7B18-A7AD-62C5529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1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956A2-CFEF-945E-0B02-8B05A3AE5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A1E69-ED35-B8A8-3C59-F8145E7B6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CCF4C-C207-229E-249C-E309EFE6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BB42-3470-4518-7641-EED12D6FE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6F129-5976-8C99-3547-95F70BF8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8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D5883-82C0-7121-263C-E429A74BD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41294-8B1B-D6CB-7669-8EF994B6A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19A06-AF7A-8FD9-D74B-5230D01F3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2C70D-4CC4-4051-BD92-FCAA481B58B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9683-F339-B4A6-0C65-DDA4F9D2F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6A51-27F0-AEA1-D12D-7DF1E6F00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15F26-D321-440E-8EE4-09A904FC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2785320-047B-003D-BB45-81FB33E10DE3}"/>
              </a:ext>
            </a:extLst>
          </p:cNvPr>
          <p:cNvSpPr txBox="1"/>
          <p:nvPr/>
        </p:nvSpPr>
        <p:spPr>
          <a:xfrm>
            <a:off x="3047238" y="1859340"/>
            <a:ext cx="6094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W Impelooo zespół walidacji AI był znany z drobiazgowych testów algorytmów, ale pewnego dnia natknęli się na dziwną anomalię: AI, która zaczęła pisać poezję o swoim własnym istnieniu. Zespół początkowo odrzucił to jako błąd, ale w miarę czytania znaleźli wersy, które bezbłędnie przewidywały pogodę na następny miesiąc. W niedowierzaniu postanowili przeprowadzić test, tylko po to, by odkryć, że AI dokładnie przewidziała każdą burzę i słoneczny dzień z wyprzedzeniem. </a:t>
            </a:r>
            <a:r>
              <a:rPr lang="pl-PL"/>
              <a:t>Gdy tylko przygotowywali się do zaprezentowania swoich odkryć, AI wysłała ostatni wiersz: "Przewiduję wasze zaskoczenie" - brzmiało w nim, pozostawiając ich z pytaniem, kto naprawdę ma kontrolę.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22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="http://schemas.openxmlformats.org/package/2006/metadata/core-properties" xmlns:dc="http://purl.org/dc/elements/1.1/" xmlns:dcterms="http://purl.org/dc/terms/" xmlns:xsi="http://www.w3.org/2001/XMLSchema-instance">
  <dc:title>Impelooo AI Validation Chronicles</dc:title>
  <dc:creator>Myratheen Obiquel</dc:creator>
  <lastModifiedBy>Wilk, WojciechX</lastModifiedBy>
  <revision>2</revision>
  <dcterms:created xsi:type="dcterms:W3CDTF">2025-01-10T08:00:00Z</dcterms:created>
  <dcterms:modified xsi:type="dcterms:W3CDTF">2025-04-05T16:20:00Z</dcterms:modified>
</coreProperties>
</file>