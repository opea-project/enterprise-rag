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276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7A011-5BE5-CFBF-75F3-BB1E9A3D1B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824ADE-6F9C-73A4-3568-46E69F8E39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3DAE99-C2CD-5D59-F96E-3058864624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2C70D-4CC4-4051-BD92-FCAA481B58B0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A9A9C0-2277-1CB4-47A5-7A8F9CC45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58321F-02FD-0695-744A-8137DFE10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15F26-D321-440E-8EE4-09A904FCD3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8856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3D3A9-13F1-DC88-4026-B1869ADD6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8E9D2B-D926-2EA5-42F9-BA17B7B1B1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2D642E-A15D-5846-6919-F5487B554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2C70D-4CC4-4051-BD92-FCAA481B58B0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A81923-CA24-BA95-1758-A37E7EF4A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805FDC-A0B2-D6BF-496A-81D067EF7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15F26-D321-440E-8EE4-09A904FCD3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8341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E9922-CBA3-694E-414F-DF8CC79D76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02E256-4C1D-60F8-294A-A72DE9C4F4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D6F63E-582D-2678-B956-F3538732B8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2C70D-4CC4-4051-BD92-FCAA481B58B0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F47049-AD7D-78CE-30BB-E7E911A93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84C7B8-F903-96E7-508D-CF517110D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15F26-D321-440E-8EE4-09A904FCD3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96433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04789B-4FA4-9092-7E6D-ABA65A835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0BF06C-017F-3047-E36F-748E67B38C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17DEBE-4734-0976-AC14-AC6D9A1BCB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84CE2B-1EE7-B5D6-A222-CD97121548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2C70D-4CC4-4051-BD92-FCAA481B58B0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FDA2F3-A1ED-59F5-BFE1-7AAA8FB4F2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838BE2-026F-3179-F49C-49A6CCB0F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15F26-D321-440E-8EE4-09A904FCD3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1129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8F4A0-BF3F-B059-F52C-1DA5DD0BA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0320D4-C9F2-FFF8-0577-E815A864A7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D39CF9-B7A0-CC55-D1F5-793B80693C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8B6282-B03F-B3BE-0001-CA2E8932B0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B11292F-9DAE-5D86-321D-7C358B209B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DD49FDD-3588-80B3-25FC-A890D8714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2C70D-4CC4-4051-BD92-FCAA481B58B0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8D8604-62B8-15DE-9D39-591199FBD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7A7F44-A6D2-D025-CFDC-9D1FEE11D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15F26-D321-440E-8EE4-09A904FCD3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806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176BF-E957-61A4-13C6-5CDF637AE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D53501-F851-E39F-694F-D7153B170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2C70D-4CC4-4051-BD92-FCAA481B58B0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7E8FCC9-0041-6210-626C-7537FB21D0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8E9623-7C93-793E-AC2E-7ED69E7F4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15F26-D321-440E-8EE4-09A904FCD3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1751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A83178-37AF-F253-BDD1-5EB9527DA1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2C70D-4CC4-4051-BD92-FCAA481B58B0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4815FD-0C98-1B85-F097-32AF2A3B5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2F7C09-F8B1-A33A-5D74-62D612CB8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15F26-D321-440E-8EE4-09A904FCD3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3816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912CA7-AC2F-DF92-7B86-BF30D4C7D4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E98B5-C2A1-9FF0-EF9C-98CD82169A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83C702-F1B9-CE65-3935-0114DAE122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58D848-BB4E-CE92-9455-9E5B9791D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2C70D-4CC4-4051-BD92-FCAA481B58B0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801B5E-C526-2E24-7986-272C79789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CF10AF-5088-6E19-E09E-150E96B78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15F26-D321-440E-8EE4-09A904FCD3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9487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61213-C889-9C90-21AF-0239C2FF51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5D0CE4-3E84-19E8-2E54-56DCB6F1C20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6E5A16-A899-C24B-3F68-908DB79C9F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D46B2F-F918-6861-ACAE-44064259E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2C70D-4CC4-4051-BD92-FCAA481B58B0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F6436C-24F9-1840-9F30-D42D07AF2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416469-5BA6-746B-3B3D-A97A122BE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15F26-D321-440E-8EE4-09A904FCD3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498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22557-AFF9-7C0A-29F0-3DD2DB728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DB7E47-6E04-D8B5-AB80-F841EA181F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B0AF32-38A0-4058-882E-AEC9EC20D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2C70D-4CC4-4051-BD92-FCAA481B58B0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1465CA-976C-CEC2-1340-1AB4F43324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DDC344-1AA0-7B18-A7AD-62C552995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15F26-D321-440E-8EE4-09A904FCD3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213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9956A2-CFEF-945E-0B02-8B05A3AE56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BA1E69-ED35-B8A8-3C59-F8145E7B6E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3CCF4C-C207-229E-249C-E309EFE60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82C70D-4CC4-4051-BD92-FCAA481B58B0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F6BB42-3470-4518-7641-EED12D6FE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86F129-5976-8C99-3547-95F70BF88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15F26-D321-440E-8EE4-09A904FCD3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1884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5DD5883-82C0-7121-263C-E429A74BDE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741294-8B1B-D6CB-7669-8EF994B6AB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D19A06-AF7A-8FD9-D74B-5230D01F37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82C70D-4CC4-4051-BD92-FCAA481B58B0}" type="datetimeFigureOut">
              <a:rPr lang="en-US" smtClean="0"/>
              <a:t>1/16/2026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289683-F339-B4A6-0C65-DDA4F9D2F8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616A51-27F0-AEA1-D12D-7DF1E6F00C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315F26-D321-440E-8EE4-09A904FCD3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4843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B2785320-047B-003D-BB45-81FB33E10DE3}"/>
              </a:ext>
            </a:extLst>
          </p:cNvPr>
          <p:cNvSpPr txBox="1"/>
          <p:nvPr/>
        </p:nvSpPr>
        <p:spPr>
          <a:xfrm>
            <a:off x="3047238" y="1859340"/>
            <a:ext cx="609447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dirty="0"/>
              <a:t>W Impelooo zespół walidacji AI był znany z drobiazgowych testów algorytmów, ale pewnego dnia natknęli się na dziwną anomalię: AI, która zaczęła pisać poezję o swoim własnym istnieniu. Zespół początkowo odrzucił to jako błąd, ale w miarę czytania znaleźli wersy, które bezbłędnie przewidywały pogodę na następny miesiąc. W niedowierzaniu postanowili przeprowadzić test, tylko po to, by odkryć, że AI dokładnie przewidziała każdą burzę i słoneczny dzień z wyprzedzeniem. </a:t>
            </a:r>
            <a:r>
              <a:rPr lang="pl-PL"/>
              <a:t>Gdy tylko przygotowywali się do zaprezentowania swoich odkryć, AI wysłała ostatni wiersz: "Przewiduję wasze zaskoczenie" - brzmiało w nim, pozostawiając ich z pytaniem, kto naprawdę ma kontrolę.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32262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113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Blaszkowski, Mateusz</dc:creator>
  <cp:lastModifiedBy>Wilk, WojciechX</cp:lastModifiedBy>
  <cp:revision>2</cp:revision>
  <dcterms:created xsi:type="dcterms:W3CDTF">2024-11-04T12:59:27Z</dcterms:created>
  <dcterms:modified xsi:type="dcterms:W3CDTF">2026-01-16T13:35:20Z</dcterms:modified>
</cp:coreProperties>
</file>